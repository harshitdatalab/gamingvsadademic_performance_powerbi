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C9895-E5FC-4A84-88B9-83C11A85166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18864-1E22-4E08-83BA-49D799B7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357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18864-1E22-4E08-83BA-49D799B7D46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565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1168-44ED-B43C-8DA9-28A965D6A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4ADB0-A768-51AB-57EE-37CB30887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9DBFA-5B7A-094D-587F-626F5081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DD33-82D4-409B-91E7-62F9828CC30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50BE1-E247-BE34-CEEF-D24778F98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7E9EF-5083-7B54-3393-2C2058AA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0B5C7-24A2-4949-9941-3CC707C3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569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1887-91BA-093F-FCDB-BDEED84C3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2BFAF-CD75-55DD-67BC-9AC045CCE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8E36E-090F-CA55-BDEB-B2448BCF0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DD33-82D4-409B-91E7-62F9828CC30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6A304-3177-3C37-5BF3-5546F25ED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EF6E2-A929-8360-B332-3C71D813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0B5C7-24A2-4949-9941-3CC707C3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77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36893-BCB9-BBA0-BD5E-61B1EB324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DCBBD-7F89-903B-E4EA-AE5B4FE31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29CE8-538A-DBFE-B976-828140011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DD33-82D4-409B-91E7-62F9828CC30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449A6-AFB0-8639-EC75-22BEA2584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501A6-2DE9-C6B9-2F66-C23141CC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0B5C7-24A2-4949-9941-3CC707C3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807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8141-56F5-79D6-F3F7-51B14F86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BB577-FE61-5847-8D99-457965F6A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F84FA-6E36-1AA4-B8F1-C17C746A5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304A5-9678-2853-1BBF-96E2F86F8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DD33-82D4-409B-91E7-62F9828CC30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B803A-FE15-0715-2198-0484AA26F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930A2-6F65-90F3-9A7C-37349275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0B5C7-24A2-4949-9941-3CC707C3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21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2FD3D-A9C8-4E20-FC42-C23BADE17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A4406-8E78-96FA-ED7E-19863668C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A66B9-E2B5-77F1-4DAF-69B611CB7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7CE5C0-81A8-A5D5-1564-D2C8A1DE1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DEA93C-4161-E33B-836C-AA08B23BD3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28449D-1DA2-EA47-1B98-7F6C5E47F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DD33-82D4-409B-91E7-62F9828CC30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9C0413-B92B-6752-9277-58AFEC2FE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CFF186-39D6-DEDC-E0E0-8035D53A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0B5C7-24A2-4949-9941-3CC707C3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35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DC54E-7EEA-C516-C8C6-875AE036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27CDCD-06D5-490A-5F03-347A6D8C3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DD33-82D4-409B-91E7-62F9828CC30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977DB8-75B7-616D-ADF3-B6E7D37E6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9FFDF-A199-4925-39FD-9BC4EBCA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0B5C7-24A2-4949-9941-3CC707C3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9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7B98C5-41C9-1A37-B61F-DD2BA98EB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DD33-82D4-409B-91E7-62F9828CC30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258D5-9620-72F5-D2BD-F1067815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6F17A-B6B7-20AF-A745-53D976518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0B5C7-24A2-4949-9941-3CC707C3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262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FA08-3E3B-F378-CA5D-1A2CE7B8C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387D3-1E6D-9C35-9B81-10703AF5B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F46598-6A0D-72BE-CDE9-7FBC2A9E0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63973-CA7E-9630-BDF2-E943DC3C5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DD33-82D4-409B-91E7-62F9828CC30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99071-9D17-9AEC-3728-B2518077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33D80-C541-03FC-E932-3CF369C00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0B5C7-24A2-4949-9941-3CC707C3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09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1DE7-BF0C-8D92-6646-6A945B0D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5BDAB3-E019-A072-0CF8-7A03ADF54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841DD-571B-CC03-80C9-01C5950DF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E3BCD-6EC7-4B50-2D0A-2350D872C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DD33-82D4-409B-91E7-62F9828CC30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E8155-460C-4A31-089B-E750DA319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E8303-8E27-7738-CE07-02969BB9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0B5C7-24A2-4949-9941-3CC707C3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661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C356-51ED-D615-B329-4755305B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1821F-5AF5-F76B-3C09-D0B340605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3C40C-12A8-A474-01B1-4DA778B65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DD33-82D4-409B-91E7-62F9828CC30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0C393-9451-B32A-5354-D679114E6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73927-9087-9686-54AF-FF21EB10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0B5C7-24A2-4949-9941-3CC707C3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517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EB1992-9EAB-3C85-7AA1-076B32A345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BF1BF-9C2D-B660-05F0-50D825B5F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9F69F-43A7-A7F0-B0C3-29E82BFF5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DD33-82D4-409B-91E7-62F9828CC30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02763-E3C3-6F18-161D-1754102A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51BC1-C232-5CE9-A3D3-BB77948F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0B5C7-24A2-4949-9941-3CC707C3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53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A74CAC-E92A-B285-7BBE-AE44A06E9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F30A0-DFF0-0DF4-00A6-DC3638E00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F6A49-2F12-07E3-A983-F61D99B86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0DD33-82D4-409B-91E7-62F9828CC30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81CFB-94C7-70D5-B53D-40956FB51C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85AE3-1B97-B4CB-544C-5ACAF4FA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0B5C7-24A2-4949-9941-3CC707C3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23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E44E4-7850-0411-77E2-897A5CDA67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6CA0E-2D22-4E4F-9FEE-0CB484F8F5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1949DF-AB54-87A7-C61A-A49F3B2E0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66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B1B03B-745E-CE24-0E36-F19317BB2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4" y="0"/>
            <a:ext cx="12122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10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F8AA5E-6755-0212-715A-B89A4C2AE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155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97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Pal</dc:creator>
  <cp:lastModifiedBy>Harshit Pal</cp:lastModifiedBy>
  <cp:revision>1</cp:revision>
  <dcterms:created xsi:type="dcterms:W3CDTF">2026-05-30T18:35:24Z</dcterms:created>
  <dcterms:modified xsi:type="dcterms:W3CDTF">2026-05-30T18:35:49Z</dcterms:modified>
</cp:coreProperties>
</file>